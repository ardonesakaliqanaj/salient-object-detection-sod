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0000" y="950000"/>
            <a:ext cx="7744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4000" b="1"/>
              <a:t>Salient Object Detection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560000"/>
            <a:ext cx="774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200"/>
              <a:t>End-to-End ML/DL Project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1850000" y="2350000"/>
            <a:ext cx="5600000" cy="1900000"/>
          </a:xfrm>
          <a:prstGeom prst="rect">
            <a:avLst/>
          </a:prstGeom>
          <a:noFill/>
        </p:spPr>
        <p:txBody>
          <a:bodyPr wrap="square"/>
          <a:lstStyle/>
          <a:p>
            <a:pPr marL="114300"/>
            <a:r>
              <a:rPr lang="en-US" sz="2000" dirty="0"/>
              <a:t>CNN encoder-decoder model built from scratch</a:t>
            </a:r>
          </a:p>
          <a:p>
            <a:pPr marL="114300"/>
            <a:r>
              <a:rPr lang="en-US" sz="2000" dirty="0"/>
              <a:t>No pretrained models or pretrained weights used</a:t>
            </a:r>
          </a:p>
          <a:p>
            <a:pPr marL="114300"/>
            <a:r>
              <a:rPr lang="en-US" sz="2000" dirty="0"/>
              <a:t>Dataset: ECSSD | Framework: </a:t>
            </a:r>
            <a:r>
              <a:rPr lang="en-US" sz="2000" dirty="0" err="1"/>
              <a:t>PyTorch</a:t>
            </a:r>
            <a:endParaRPr lang="en-US" sz="2000" dirty="0"/>
          </a:p>
          <a:p>
            <a:pPr marL="114300"/>
            <a:r>
              <a:rPr lang="en-US" sz="2000" dirty="0"/>
              <a:t>Environment: Google </a:t>
            </a:r>
            <a:r>
              <a:rPr lang="en-US" sz="2000" dirty="0" err="1"/>
              <a:t>Colab</a:t>
            </a:r>
            <a:r>
              <a:rPr lang="en-US" sz="2000" dirty="0"/>
              <a:t> with T4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400" b="1"/>
              <a:t>Dataset and Preprocessing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800000"/>
            <a:ext cx="8229600" cy="3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/>
              <a:t>ECSSD dataset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80000" y="1370000"/>
            <a:ext cx="470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114300"/>
            <a:r>
              <a:rPr lang="en-US" sz="1850" dirty="0"/>
              <a:t>Public SOD dataset with 1000 image-mask pairs</a:t>
            </a:r>
          </a:p>
          <a:p>
            <a:pPr marL="114300"/>
            <a:r>
              <a:rPr lang="en-US" sz="1850" dirty="0"/>
              <a:t>Images resized to 128x128 and normalized to 0-1</a:t>
            </a:r>
          </a:p>
          <a:p>
            <a:pPr marL="114300"/>
            <a:r>
              <a:rPr lang="en-US" sz="1850" dirty="0"/>
              <a:t>Split: 700 train, 150 validation, 150 test</a:t>
            </a:r>
          </a:p>
          <a:p>
            <a:pPr marL="114300"/>
            <a:r>
              <a:rPr lang="en-US" sz="1850" dirty="0"/>
              <a:t>Augmentations: horizontal flip, random crop, brightness variation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C8A8E2-6736-680B-A35C-2AAA42009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000" y="1044320"/>
            <a:ext cx="3575957" cy="2658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400" b="1"/>
              <a:t>Model and Training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800000"/>
            <a:ext cx="8229600" cy="3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/>
              <a:t>CNN encoder-decoder from scratch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80000" y="1370000"/>
            <a:ext cx="470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114300"/>
            <a:r>
              <a:rPr lang="en-US" sz="1850" dirty="0"/>
              <a:t>Encoder: Conv2D + </a:t>
            </a:r>
            <a:r>
              <a:rPr lang="en-US" sz="1850" dirty="0" err="1"/>
              <a:t>ReLU</a:t>
            </a:r>
            <a:r>
              <a:rPr lang="en-US" sz="1850" dirty="0"/>
              <a:t> + </a:t>
            </a:r>
            <a:r>
              <a:rPr lang="en-US" sz="1850" dirty="0" err="1"/>
              <a:t>MaxPooling</a:t>
            </a:r>
            <a:r>
              <a:rPr lang="en-US" sz="1850" dirty="0"/>
              <a:t> blocks</a:t>
            </a:r>
          </a:p>
          <a:p>
            <a:pPr marL="114300"/>
            <a:r>
              <a:rPr lang="en-US" sz="1850" dirty="0"/>
              <a:t>Decoder: ConvTranspose2D + </a:t>
            </a:r>
            <a:r>
              <a:rPr lang="en-US" sz="1850" dirty="0" err="1"/>
              <a:t>ReLU</a:t>
            </a:r>
            <a:r>
              <a:rPr lang="en-US" sz="1850" dirty="0"/>
              <a:t> </a:t>
            </a:r>
            <a:r>
              <a:rPr lang="en-US" sz="1850" dirty="0" err="1"/>
              <a:t>upsampling</a:t>
            </a:r>
            <a:r>
              <a:rPr lang="en-US" sz="1850" dirty="0"/>
              <a:t> blocks</a:t>
            </a:r>
          </a:p>
          <a:p>
            <a:pPr marL="114300"/>
            <a:r>
              <a:rPr lang="en-US" sz="1850" dirty="0"/>
              <a:t>Output: 1-channel sigmoid saliency mask</a:t>
            </a:r>
          </a:p>
          <a:p>
            <a:pPr marL="114300"/>
            <a:r>
              <a:rPr lang="en-US" sz="1850" dirty="0"/>
              <a:t>Loss: BCE + 0.5 * (1 - </a:t>
            </a:r>
            <a:r>
              <a:rPr lang="en-US" sz="1850" dirty="0" err="1"/>
              <a:t>IoU</a:t>
            </a:r>
            <a:r>
              <a:rPr lang="en-US" sz="1850" dirty="0"/>
              <a:t>)</a:t>
            </a:r>
          </a:p>
          <a:p>
            <a:pPr marL="114300"/>
            <a:r>
              <a:rPr lang="en-US" sz="1850" dirty="0"/>
              <a:t>Optimizer: Adam, learning rate 0.001</a:t>
            </a:r>
          </a:p>
          <a:p>
            <a:pPr marL="114300"/>
            <a:r>
              <a:rPr lang="en-US" sz="1850" dirty="0"/>
              <a:t>Baseline stopped early at epoch 11 using early stopping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82A9EE-DDFA-FF8C-2960-C4E5D9B9E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243" y="3866850"/>
            <a:ext cx="5404757" cy="1276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400" b="1"/>
              <a:t>Experiments and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800000"/>
            <a:ext cx="8229600" cy="3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/>
              <a:t>Baseline vs improved model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80000" y="1370000"/>
            <a:ext cx="470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114300"/>
            <a:r>
              <a:rPr lang="en-US" sz="1850" dirty="0"/>
              <a:t>Improved model added Batch Normalization, Dropout, and deeper conv blocks</a:t>
            </a:r>
          </a:p>
          <a:p>
            <a:pPr marL="114300"/>
            <a:r>
              <a:rPr lang="en-US" sz="1850" dirty="0"/>
              <a:t>Both models evaluated on the same test set</a:t>
            </a:r>
          </a:p>
          <a:p>
            <a:pPr marL="114300"/>
            <a:r>
              <a:rPr lang="en-US" sz="1850" dirty="0"/>
              <a:t>Metrics: </a:t>
            </a:r>
            <a:r>
              <a:rPr lang="en-US" sz="1850" dirty="0" err="1"/>
              <a:t>IoU</a:t>
            </a:r>
            <a:r>
              <a:rPr lang="en-US" sz="1850" dirty="0"/>
              <a:t>, Precision, Recall, F1-score, MAE</a:t>
            </a:r>
          </a:p>
          <a:p>
            <a:pPr marL="114300"/>
            <a:r>
              <a:rPr lang="en-US" sz="1850" dirty="0"/>
              <a:t>Visual results compare input, ground truth, prediction, and overlay</a:t>
            </a:r>
          </a:p>
          <a:p>
            <a:pPr marL="114300"/>
            <a:r>
              <a:rPr lang="en-US" sz="1850" dirty="0"/>
              <a:t>If improved is not best in every metric, it still shows the effect of architecture changes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83C091-86A8-3C3D-4FFD-21F83826F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237265"/>
            <a:ext cx="4539344" cy="832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DC7640-C877-AEFF-0A00-002CB8210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664" y="2122250"/>
            <a:ext cx="3894365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400" b="1"/>
              <a:t>Demo and Learnings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800000"/>
            <a:ext cx="8229600" cy="3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/>
              <a:t>Final end-to-end inference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80000" y="1370000"/>
            <a:ext cx="4700000" cy="3600000"/>
          </a:xfrm>
          <a:prstGeom prst="rect">
            <a:avLst/>
          </a:prstGeom>
          <a:noFill/>
        </p:spPr>
        <p:txBody>
          <a:bodyPr wrap="square"/>
          <a:lstStyle/>
          <a:p>
            <a:pPr marL="114300"/>
            <a:r>
              <a:rPr lang="en-US" sz="1850" dirty="0" err="1"/>
              <a:t>Colab</a:t>
            </a:r>
            <a:r>
              <a:rPr lang="en-US" sz="1850" dirty="0"/>
              <a:t> demo uploads a new image and runs inference</a:t>
            </a:r>
          </a:p>
          <a:p>
            <a:pPr marL="114300"/>
            <a:r>
              <a:rPr lang="en-US" sz="1850" dirty="0"/>
              <a:t>Shows input image, predicted mask, overlay, and inference time</a:t>
            </a:r>
          </a:p>
          <a:p>
            <a:pPr marL="114300"/>
            <a:r>
              <a:rPr lang="en-US" sz="1850" dirty="0"/>
              <a:t>Learned full DL pipeline: data, model, training, evaluation, visualization, demo</a:t>
            </a:r>
          </a:p>
          <a:p>
            <a:pPr marL="114300"/>
            <a:r>
              <a:rPr lang="en-US" sz="1850" dirty="0"/>
              <a:t>Main challenge: checking image-mask alignment and interpreting visual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E4436-22DB-1B34-C4FE-F95198CA9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379" y="2774104"/>
            <a:ext cx="4155621" cy="2195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On-screen Show (16:9)</PresentationFormat>
  <Paragraphs>33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Ardonesa</dc:creator>
  <cp:lastModifiedBy>Ardonesa Kaliqani</cp:lastModifiedBy>
  <cp:revision>1</cp:revision>
  <dcterms:modified xsi:type="dcterms:W3CDTF">2026-05-08T01:08:44Z</dcterms:modified>
</cp:coreProperties>
</file>